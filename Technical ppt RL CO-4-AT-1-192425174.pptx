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6654-61F3-844B-0BFB-64063F9DD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E516E-E632-A629-BCCC-8DFEAD615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ECB94-66A8-0886-EF97-EDC20334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39841-BCB0-3A79-6D6F-1D0BF19D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FEC8-C2FC-73A1-CB00-3BC200E1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606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C3BD-3986-8EB4-762D-E9939CE7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8755-569C-2B0F-EB58-15F7EC6E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30C9F-90CC-B86F-28DD-E1366C4C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76BA-E23C-2A01-CB76-1CB0D960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33277-EA9A-623D-1E83-30BED8DA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4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F7C1-3002-03E0-6BEF-FD1CB573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26BCE-20DA-D950-9366-162852EF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5B6E-3AAD-FF5B-DEA1-DCFF82C4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DCE95-DB86-5B51-45A1-71BA0149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781EC-05E8-D47F-6434-098463A7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48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41F2-5EB9-E807-042E-04183353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A4D1-6342-6B08-0EF8-EFD6F4FE4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7810F-9A7E-FE83-51F5-765AAAD94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6F488-B3C0-4328-5B87-EDB268A4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7E5B8-0123-AE38-6A11-8073AF39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E52E5-1A42-EB67-3694-FD0387C4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1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337A-761D-AE85-E22C-7E674AEE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AF16C-2DC4-BA89-416E-D5243098B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B6AE5-D7A7-D778-5D8C-ED9389F3C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C6E8E-D7C8-ADB3-04E1-28ADCEBD5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BD1F4-43E7-618E-3B61-67FFE026D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2565DB-1B30-5DD0-990A-567483DA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CF0434-6573-4D1E-2974-254A99558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D3970-B47D-0142-8659-C4FDDBF8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19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95E2-6120-AA11-C847-F976965C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25873-5087-9721-A379-935C3FF31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38C7-1894-09F5-19DB-43B68EB2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6B975-BA77-FD03-1816-85BB419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60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82D60-B89A-2960-65A6-3AEBCAE83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ED376-9FFA-3468-2AC0-431EBD5A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EFEB5-6879-F28A-AECA-B794AFAD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83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FC03-4F8F-990C-CEFA-E10B18DAD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47956-F086-0920-A498-BFC104FEE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9950D-8C7D-2530-638E-FD51D6B35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A8715-B1C9-21DD-7BA7-594A4161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E7EF1-B244-CD91-81B6-E582B0AC4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3C704-E442-B386-04D8-F3E1A10E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91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330B-9313-CED1-B3B0-133A559F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FC80BC-1C78-124B-B649-663F55344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7262F-BF96-687F-B149-2DB7A2FDC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79ECB-8469-734B-DB59-EB1EEFD4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B28A9-CD0B-4951-CFD2-8FB0DACB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E68CF-13A1-7C04-4E5B-F4EC66C1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75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7321-8795-D200-1565-50B02C54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9C677-DC4A-E280-7ACE-0DEAEAB2D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E1275-8AC1-34B2-48BB-26C4302E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B71A4-4107-4BE0-9368-EAF89EDC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36BD3-ABE2-E04E-B66B-17E176B8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53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4347A-9573-4758-43F8-632C67C5A7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2DD1F-43BF-7F94-5CCF-0B4AF85AE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3504D-D145-1E23-BAE0-AB4AFA57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80F91-67C2-E8A6-BF5B-EF228091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3D9CC-D2F7-B014-AEFB-779F06C4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75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CEEC0A-B225-B7E4-1D12-3ADA0B67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D381F-C173-1A68-ACA7-9F090D510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4CEA8-AD9E-6D8C-FB2D-28A7328AB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7209D-2FE3-4180-A762-E279C455FA8A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3459-64C7-E2E8-07E2-918ECAF1F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8A373-EBBF-0AB6-5037-E2085F0F9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70944-0B3D-4709-A17C-2DBDBFF4D8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46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5638-4CE6-B00D-C75E-85952BE55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Deep Q-Networks for Intelligent Decision-Making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MLA0301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D4D44-B98A-E71E-E6A9-F622066D5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602038"/>
            <a:ext cx="4572000" cy="16557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SHIVA SHANKAR REDDY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192425174</a:t>
            </a:r>
          </a:p>
        </p:txBody>
      </p:sp>
    </p:spTree>
    <p:extLst>
      <p:ext uri="{BB962C8B-B14F-4D97-AF65-F5344CB8AC3E}">
        <p14:creationId xmlns:p14="http://schemas.microsoft.com/office/powerpoint/2010/main" val="408849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42221-C30D-DCB1-8E43-11C44EDF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FE9F-125B-BF27-CF46-465F0CC9C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 (DQN)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reinforcement learning algorithm that combines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 with Deep Neural Networks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enable intelligent decision-making. It allows an agent to learn the best actions by interacting with an environment and receiving rewards or penalties.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Q-Learning, which stores Q-values in a table, DQN uses a neural network to estimate Q-values, making it suitable for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state spaces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Techniques such as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Replay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Networks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improve the stability and efficiency of training.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has been successfully applied in areas such as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robotics, autonomous vehicles, game playing, industrial automation, and intelligent control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3638-E6A2-109D-205C-A2B20805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Architecture &amp; Working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A7CAB-F604-E2F5-B0BA-E37CDA488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current state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the selected action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state as input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Q-values for possible actions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Selection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action with the highest Q-value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provides feedback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Cycle: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→ DQN → Action → Environment → Reward + Next State → DQN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autonomous vehicle, the state may contain information about nearby vehicles, road conditions, and traffic signals. DQN chooses actions such as accelerate, brake, or change lane.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47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96F5-A575-DAAA-354A-E4050C2B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Experience Replay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393C3-7981-50F0-81CF-49730917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777415"/>
            <a:ext cx="10515600" cy="4351338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Replay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technique used to make DQN training more stable and efficient.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experience is stored as: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(State, Action, Reward, Next State)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interacts with the environment.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 are stored in a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Memory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samples are taken from the memory during training.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learns from these sampled experiences.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correlation between consecutive experiences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learning stability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Reuses past experiences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training more efficient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flow: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→ Replay Memory → Random Batch → DQN Training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1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61FF-D7BF-0B7B-6CE6-EA97AC7A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Applications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4B300-AE8C-21E7-D766-392DD7DB4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Robotics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navigation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avoidance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and control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movement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Systems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driving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selection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avoidance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in traffic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Industrial Automation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control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optimization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automation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938B5-1F5A-0D28-FB20-BA1ECF008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283" y="1101213"/>
            <a:ext cx="6411861" cy="554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89E6-310A-CE4E-0E60-13CF4487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F2D88-3E3B-50F1-39E0-B06ADD27F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complex decision-making policies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high-dimensional state spaces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require manually designed rules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improve through interaction and experience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amounts of training data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can be computationally expensive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hyperparameters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struggle with continuous action spaces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can be unstable without techniques such as experience replay and target networks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34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DCCC-0956-B742-5E86-CB949723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3AA6-F1A0-8C9E-2144-42E187E52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combines the power of deep learning with reinforcement learning to make intelligent decisions.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Experience Replay and Target Networks improve its stability and learning efficiency.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applications in robotics, autonomous vehicles, and industrial automation make it an important technique for intelligent systems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“Thus, DQN provides a powerful framework for learning optimal actions from experience, making it highly useful for intelligent and autonomous decision-making.”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2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452A-2047-50AA-7405-E4142D863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THANK YOU…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01D37-F3F1-CFF7-A064-88E6CE0A0A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50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498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 Deep Q-Networks for Intelligent Decision-Making MLA0301 REINFORCEMENT LEARNING</vt:lpstr>
      <vt:lpstr>INTRODUCTION</vt:lpstr>
      <vt:lpstr>DQN Architecture &amp; Working </vt:lpstr>
      <vt:lpstr>Experience Replay </vt:lpstr>
      <vt:lpstr>Industrial Applications </vt:lpstr>
      <vt:lpstr>ADVANTAGES AND LIMITATIONS</vt:lpstr>
      <vt:lpstr>CONCLUSION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Ambati Shiva Shankar Reddy</dc:creator>
  <cp:lastModifiedBy>Ambati Shiva Shankar Reddy</cp:lastModifiedBy>
  <cp:revision>2</cp:revision>
  <dcterms:created xsi:type="dcterms:W3CDTF">2026-08-13T05:35:19Z</dcterms:created>
  <dcterms:modified xsi:type="dcterms:W3CDTF">2026-08-22T04:39:01Z</dcterms:modified>
</cp:coreProperties>
</file>